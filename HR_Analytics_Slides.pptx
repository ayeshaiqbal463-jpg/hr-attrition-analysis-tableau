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96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28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4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744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35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7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1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8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94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174404DD-375E-43BD-AA2A-BD129A2FA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Employee </a:t>
            </a:r>
            <a:r>
              <a:rPr lang="en-US" dirty="0"/>
              <a:t>A</a:t>
            </a:r>
            <a:r>
              <a:rPr dirty="0"/>
              <a:t>ttrition 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C79C93BD-29F5-456B-8461-3D8252D2B7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ASSIGNMENT 1</a:t>
            </a:r>
          </a:p>
          <a:p>
            <a:r>
              <a:rPr lang="en-US" dirty="0"/>
              <a:t>SUBMITTED BY: AYESHA IQBAL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tory 21">
            <a:extLst>
              <a:ext uri="{FF2B5EF4-FFF2-40B4-BE49-F238E27FC236}">
                <a16:creationId xmlns:a16="http://schemas.microsoft.com/office/drawing/2014/main" id="{4E755FF1-6B41-4564-A2CD-345A34023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tory 22">
            <a:extLst>
              <a:ext uri="{FF2B5EF4-FFF2-40B4-BE49-F238E27FC236}">
                <a16:creationId xmlns:a16="http://schemas.microsoft.com/office/drawing/2014/main" id="{1B85BABF-A41D-40E5-9277-8837976E6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80D31FBA-0085-48AD-88CE-EFF999634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CONFLICT</a:t>
            </a:r>
            <a:endParaRPr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6A0609BE-FD8A-412A-8237-30D6D9F484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Identifying the fundamental causes of Attrition and examining their relational dynamics to propose solutions.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441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toryBoard4">
            <a:extLst>
              <a:ext uri="{FF2B5EF4-FFF2-40B4-BE49-F238E27FC236}">
                <a16:creationId xmlns:a16="http://schemas.microsoft.com/office/drawing/2014/main" id="{E1DAA435-01A2-47B4-9463-1FBDCD828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3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8A4EDB-621A-2443-FBF6-75B8C4A99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318" y="0"/>
            <a:ext cx="143268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toryBoard6">
            <a:extLst>
              <a:ext uri="{FF2B5EF4-FFF2-40B4-BE49-F238E27FC236}">
                <a16:creationId xmlns:a16="http://schemas.microsoft.com/office/drawing/2014/main" id="{08EB01D9-16BE-4290-88C0-F04B0308A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3" cy="6857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BA6DCA-B48D-4534-A5D2-F6D985820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318" y="0"/>
            <a:ext cx="143268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83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toryBoard2">
            <a:extLst>
              <a:ext uri="{FF2B5EF4-FFF2-40B4-BE49-F238E27FC236}">
                <a16:creationId xmlns:a16="http://schemas.microsoft.com/office/drawing/2014/main" id="{ECDB365D-CE0F-49EB-ACF5-A73161C39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3" cy="6857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BFAE6E-461B-64B5-AE3F-FD40AD3E5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118" y="0"/>
            <a:ext cx="143268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9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toryBoard5">
            <a:extLst>
              <a:ext uri="{FF2B5EF4-FFF2-40B4-BE49-F238E27FC236}">
                <a16:creationId xmlns:a16="http://schemas.microsoft.com/office/drawing/2014/main" id="{D1E59C55-AE1F-4289-8F79-EA25CB258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3" cy="6857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685244-5D2F-ACE8-1C9B-DE5B77C19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278" y="0"/>
            <a:ext cx="143268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0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toryBoard1">
            <a:extLst>
              <a:ext uri="{FF2B5EF4-FFF2-40B4-BE49-F238E27FC236}">
                <a16:creationId xmlns:a16="http://schemas.microsoft.com/office/drawing/2014/main" id="{59CB9A6E-3968-4F7C-AA59-B8E7C6687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3" cy="6857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F054C7-01C8-DAC2-1AB9-E40C66E7F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278" y="5080"/>
            <a:ext cx="143268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8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toryBoard3">
            <a:extLst>
              <a:ext uri="{FF2B5EF4-FFF2-40B4-BE49-F238E27FC236}">
                <a16:creationId xmlns:a16="http://schemas.microsoft.com/office/drawing/2014/main" id="{E4B4DF96-D59B-4DBB-8500-DEB21C0CF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6201116" cy="81165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772720-4732-70D7-5625-B075AFED38D0}"/>
              </a:ext>
            </a:extLst>
          </p:cNvPr>
          <p:cNvSpPr/>
          <p:nvPr/>
        </p:nvSpPr>
        <p:spPr>
          <a:xfrm>
            <a:off x="3545840" y="142240"/>
            <a:ext cx="1422400" cy="254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CONFLICT</a:t>
            </a:r>
          </a:p>
        </p:txBody>
      </p:sp>
    </p:spTree>
    <p:extLst>
      <p:ext uri="{BB962C8B-B14F-4D97-AF65-F5344CB8AC3E}">
        <p14:creationId xmlns:p14="http://schemas.microsoft.com/office/powerpoint/2010/main" val="1682176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StoryBoard7">
            <a:extLst>
              <a:ext uri="{FF2B5EF4-FFF2-40B4-BE49-F238E27FC236}">
                <a16:creationId xmlns:a16="http://schemas.microsoft.com/office/drawing/2014/main" id="{5DB4E471-B9CE-4C37-BEEA-FD6EBFD8E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608" y="0"/>
            <a:ext cx="5882617" cy="68579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2CA703-8326-A88C-4FE8-AAB5E4E22A2B}"/>
              </a:ext>
            </a:extLst>
          </p:cNvPr>
          <p:cNvSpPr/>
          <p:nvPr/>
        </p:nvSpPr>
        <p:spPr>
          <a:xfrm>
            <a:off x="3667760" y="121920"/>
            <a:ext cx="1422400" cy="254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CONFLICT</a:t>
            </a:r>
          </a:p>
        </p:txBody>
      </p:sp>
    </p:spTree>
    <p:extLst>
      <p:ext uri="{BB962C8B-B14F-4D97-AF65-F5344CB8AC3E}">
        <p14:creationId xmlns:p14="http://schemas.microsoft.com/office/powerpoint/2010/main" val="419044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1D04093E-6D67-4D26-BD8C-2C4A54588F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RESOLUTION</a:t>
            </a:r>
            <a:endParaRPr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4E624619-EBF6-402A-BA5F-A9D6E22452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solution proposition.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1857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tory 11">
            <a:extLst>
              <a:ext uri="{FF2B5EF4-FFF2-40B4-BE49-F238E27FC236}">
                <a16:creationId xmlns:a16="http://schemas.microsoft.com/office/drawing/2014/main" id="{F33E4B28-A081-4672-A416-1DB5DA6FF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517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tory 12">
            <a:extLst>
              <a:ext uri="{FF2B5EF4-FFF2-40B4-BE49-F238E27FC236}">
                <a16:creationId xmlns:a16="http://schemas.microsoft.com/office/drawing/2014/main" id="{1880A9FF-1DF1-42A9-9879-268BC41C7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96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tory 13">
            <a:extLst>
              <a:ext uri="{FF2B5EF4-FFF2-40B4-BE49-F238E27FC236}">
                <a16:creationId xmlns:a16="http://schemas.microsoft.com/office/drawing/2014/main" id="{5125E7AE-48A4-4011-8592-430C22456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98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tory 14">
            <a:extLst>
              <a:ext uri="{FF2B5EF4-FFF2-40B4-BE49-F238E27FC236}">
                <a16:creationId xmlns:a16="http://schemas.microsoft.com/office/drawing/2014/main" id="{763086BB-9968-4C54-8B09-E7057A944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65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tory 13">
            <a:extLst>
              <a:ext uri="{FF2B5EF4-FFF2-40B4-BE49-F238E27FC236}">
                <a16:creationId xmlns:a16="http://schemas.microsoft.com/office/drawing/2014/main" id="{5125E7AE-48A4-4011-8592-430C22456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42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tory 15">
            <a:extLst>
              <a:ext uri="{FF2B5EF4-FFF2-40B4-BE49-F238E27FC236}">
                <a16:creationId xmlns:a16="http://schemas.microsoft.com/office/drawing/2014/main" id="{A526B766-8933-4D6E-8676-9483E20E4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198" y="0"/>
            <a:ext cx="529936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0737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38</TotalTime>
  <Words>37</Words>
  <Application>Microsoft Office PowerPoint</Application>
  <PresentationFormat>Widescreen</PresentationFormat>
  <Paragraphs>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Parcel</vt:lpstr>
      <vt:lpstr>Employee Attrition </vt:lpstr>
      <vt:lpstr>PowerPoint Presentation</vt:lpstr>
      <vt:lpstr>PowerPoint Presentation</vt:lpstr>
      <vt:lpstr>CONFLICT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2</cp:revision>
  <dcterms:created xsi:type="dcterms:W3CDTF">2024-11-25T02:10:38Z</dcterms:created>
  <dcterms:modified xsi:type="dcterms:W3CDTF">2024-11-25T02:50:51Z</dcterms:modified>
</cp:coreProperties>
</file>